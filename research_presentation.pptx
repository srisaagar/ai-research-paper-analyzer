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converted research paper into presentation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Title**</a:t>
            </a:r>
          </a:p>
          <a:p/>
          <a:p>
            <a:r>
              <a:t>A Deep Learning–Based Assistive Vision System with Object Detection, Face Recognition, Natural Language Processing, and Depth Estimation</a:t>
            </a:r>
          </a:p>
          <a:p/>
          <a:p>
            <a:r>
              <a:t>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Introduction**</a:t>
            </a:r>
          </a:p>
          <a:p/>
          <a:p>
            <a:r>
              <a:t>Visual impairment significantly restricts an individual's ability to perceive surrounding obstacles, understand environmental context, and navigate safely in dynamic indoor and outdoor environments.</a:t>
            </a:r>
          </a:p>
          <a:p/>
          <a:p>
            <a:r>
              <a:t>[Image: A person using a white cane or guide dog]</a:t>
            </a:r>
          </a:p>
          <a:p/>
          <a:p>
            <a:r>
              <a:t>Conventional mobility aids like white canes and guide dogs provide limited spatial awareness and lack semantic and social context. This paper presents a multimodal, edge-AI-based wearable assistive vision system designed to enhance situational awareness and autonomous mobility for visually impaired users.</a:t>
            </a:r>
          </a:p>
          <a:p/>
          <a:p>
            <a:r>
              <a:t>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Statement**</a:t>
            </a:r>
          </a:p>
          <a:p/>
          <a:p>
            <a:r>
              <a:t>Visual impairment greatly affects a person's capacity to perceive their environment, identify potential threats, and navigate on their own. Daily tasks become much more challenging without real-time visual feedback. According to the World Health Organization, hundreds of millions of people struggle with unsupervised mobility due to moderate to severe visual impairment.</a:t>
            </a:r>
          </a:p>
          <a:p/>
          <a:p>
            <a:r>
              <a:t>[Image: A person struggling to navigate a busy street]</a:t>
            </a:r>
          </a:p>
          <a:p/>
          <a:p>
            <a:r>
              <a:t>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Methodology**</a:t>
            </a:r>
          </a:p>
          <a:p/>
          <a:p>
            <a:r>
              <a:t>The proposed system integrates:</a:t>
            </a:r>
          </a:p>
          <a:p/>
          <a:p>
            <a:r>
              <a:t>* Real-time object detection using YOLO-v5n</a:t>
            </a:r>
          </a:p>
          <a:p>
            <a:r>
              <a:t>* Hybrid depth estimation combining monocular vision and ultrasonic sensing</a:t>
            </a:r>
          </a:p>
          <a:p>
            <a:r>
              <a:t>* Facial recognition using MobileFaceNet</a:t>
            </a:r>
          </a:p>
          <a:p>
            <a:r>
              <a:t>* Ambiance classification</a:t>
            </a:r>
          </a:p>
          <a:p>
            <a:r>
              <a:t>* Natural-language scene narration using an embedded NLP engine</a:t>
            </a:r>
          </a:p>
          <a:p>
            <a:r>
              <a:t>* Walking-alignment guidance</a:t>
            </a:r>
          </a:p>
          <a:p/>
          <a:p>
            <a:r>
              <a:t>[Image: A wearable device with multiple sensors]</a:t>
            </a:r>
          </a:p>
          <a:p/>
          <a:p>
            <a:r>
              <a:t>The system is designed to operate fully offline on a low-cost Waveshare NVIDIA Jetson Nano Development Kit.</a:t>
            </a:r>
          </a:p>
          <a:p/>
          <a:p>
            <a:r>
              <a:t>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Results**</a:t>
            </a:r>
          </a:p>
          <a:p/>
          <a:p>
            <a:r>
              <a:t>Experimental evaluations conducted in both indoor and outdoor environments demonstrate:</a:t>
            </a:r>
          </a:p>
          <a:p/>
          <a:p>
            <a:r>
              <a:t>* Reliable real-time performance</a:t>
            </a:r>
          </a:p>
          <a:p>
            <a:r>
              <a:t>* Low latency</a:t>
            </a:r>
          </a:p>
          <a:p>
            <a:r>
              <a:t>* Effective obstacle awareness</a:t>
            </a:r>
          </a:p>
          <a:p/>
          <a:p>
            <a:r>
              <a:t>[Image: A graph showing the system's performance]</a:t>
            </a:r>
          </a:p>
          <a:p/>
          <a:p>
            <a:r>
              <a:t>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Conclusion**</a:t>
            </a:r>
          </a:p>
          <a:p/>
          <a:p>
            <a:r>
              <a:t>By unifying perception, spatial reasoning, identity recognition, and natural-language interaction into a single wearable platform, the proposed system significantly enhances safety, independence, and user confidence for visually impaired individuals.</a:t>
            </a:r>
          </a:p>
          <a:p/>
          <a:p>
            <a:r>
              <a:t>[Image: A person navigating confidently with the assistive device]</a:t>
            </a:r>
          </a:p>
          <a:p/>
          <a:p>
            <a:r>
              <a:t>The proposed system has the potential to revolutionize the way visually impaired people navigate their environments, enabling them to move safely and independently.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